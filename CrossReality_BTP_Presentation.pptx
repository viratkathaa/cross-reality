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 Reality Object Digitization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2084832"/>
            <a:ext cx="64008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1284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Physical World to Interactive 3D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Project  |  Meta Quest 3  |  Unity 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48554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FAL AI SAM-3D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content creation is slow, expensive, and requires expert skills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objects cannot be brought into VR experiences intuitively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and digital worlds remain disconnected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seamless bridge between what you see and what you can interact with in VR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397764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1005840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3752" y="1097280"/>
            <a:ext cx="38313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73752" y="1408176"/>
            <a:ext cx="38313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model a single object manually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920240"/>
            <a:ext cx="397764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920240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2011680"/>
            <a:ext cx="38313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73752" y="2322576"/>
            <a:ext cx="38313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software knowledge required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834640"/>
            <a:ext cx="397764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834640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2926080"/>
            <a:ext cx="38313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73752" y="3236976"/>
            <a:ext cx="38313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physical-to-digital pipelines on consumer XR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749040"/>
            <a:ext cx="397764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749040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840480"/>
            <a:ext cx="38313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73752" y="4151376"/>
            <a:ext cx="38313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Milgram's continuum — still unrealized at consumer level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Sit: The Reality-Virtuality Continuum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Milgram &amp; Kishino, 1994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057400" cy="411480"/>
          </a:xfrm>
          <a:prstGeom prst="rect">
            <a:avLst/>
          </a:prstGeom>
          <a:solidFill>
            <a:srgbClr val="1A4B6E"/>
          </a:solidFill>
          <a:ln w="12700">
            <a:solidFill>
              <a:srgbClr val="1A4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1325880"/>
            <a:ext cx="2057400" cy="411480"/>
          </a:xfrm>
          <a:prstGeom prst="rect">
            <a:avLst/>
          </a:prstGeom>
          <a:solidFill>
            <a:srgbClr val="1A5E78"/>
          </a:solidFill>
          <a:ln w="12700">
            <a:solidFill>
              <a:srgbClr val="1A5E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325880"/>
            <a:ext cx="2057400" cy="411480"/>
          </a:xfrm>
          <a:prstGeom prst="rect">
            <a:avLst/>
          </a:prstGeom>
          <a:solidFill>
            <a:srgbClr val="1A7070"/>
          </a:solidFill>
          <a:ln w="12700">
            <a:solidFill>
              <a:srgbClr val="1A7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325880"/>
            <a:ext cx="2057400" cy="411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Environment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83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Reality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1783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Virtuality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1783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48856" y="868680"/>
            <a:ext cx="54864" cy="4572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640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This Project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in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Mixed Reality — passthrough camera sees the real world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GENERATE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digital twin using on-device AI + cloud 3D synthesis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PLACE it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real space — virtual object, real physics, real surfaces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Journey — 4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828800" cy="2377440"/>
          </a:xfrm>
          <a:prstGeom prst="rect">
            <a:avLst/>
          </a:prstGeom>
          <a:solidFill>
            <a:srgbClr val="112233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8288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280160"/>
            <a:ext cx="694944" cy="694944"/>
          </a:xfrm>
          <a:prstGeom prst="oval">
            <a:avLst/>
          </a:prstGeom>
          <a:solidFill>
            <a:srgbClr val="1E609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298448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any real object through passthrough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31136" y="2258568"/>
            <a:ext cx="164592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1097280"/>
            <a:ext cx="1828800" cy="2377440"/>
          </a:xfrm>
          <a:prstGeom prst="rect">
            <a:avLst/>
          </a:prstGeom>
          <a:solidFill>
            <a:srgbClr val="112233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2304" y="1097280"/>
            <a:ext cx="18288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9232" y="1280160"/>
            <a:ext cx="694944" cy="694944"/>
          </a:xfrm>
          <a:prstGeom prst="oval">
            <a:avLst/>
          </a:prstGeom>
          <a:solidFill>
            <a:srgbClr val="1E609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1298448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23744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42032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identifies the object instantly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258568"/>
            <a:ext cx="164592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1097280"/>
            <a:ext cx="1828800" cy="2377440"/>
          </a:xfrm>
          <a:prstGeom prst="rect">
            <a:avLst/>
          </a:prstGeom>
          <a:solidFill>
            <a:srgbClr val="112233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8848" y="1097280"/>
            <a:ext cx="18288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1280160"/>
            <a:ext cx="694944" cy="694944"/>
          </a:xfrm>
          <a:prstGeom prst="oval">
            <a:avLst/>
          </a:prstGeom>
          <a:solidFill>
            <a:srgbClr val="1E609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65776" y="1298448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90288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08576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 AI creates a textured 3D model in seconds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64224" y="2258568"/>
            <a:ext cx="164592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65392" y="1097280"/>
            <a:ext cx="1828800" cy="2377440"/>
          </a:xfrm>
          <a:prstGeom prst="rect">
            <a:avLst/>
          </a:prstGeom>
          <a:solidFill>
            <a:srgbClr val="112233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1097280"/>
            <a:ext cx="18288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1280160"/>
            <a:ext cx="694944" cy="694944"/>
          </a:xfrm>
          <a:prstGeom prst="oval">
            <a:avLst/>
          </a:prstGeom>
          <a:solidFill>
            <a:srgbClr val="1E609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1298448"/>
            <a:ext cx="694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56832" y="2084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248716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Grab, move and place it with your hands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749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within your real room. No app switching. No manual steps.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88720"/>
            <a:ext cx="1481328" cy="1417320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3167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Passthrough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" y="1965960"/>
            <a:ext cx="1207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20299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CameraCapture.cs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37944" y="1869948"/>
            <a:ext cx="201168" cy="54864"/>
          </a:xfrm>
          <a:prstGeom prst="rect">
            <a:avLst/>
          </a:prstGeom>
          <a:solidFill>
            <a:srgbClr val="A0B4C8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188720"/>
            <a:ext cx="1481328" cy="1417320"/>
          </a:xfrm>
          <a:prstGeom prst="rect">
            <a:avLst/>
          </a:prstGeom>
          <a:solidFill>
            <a:srgbClr val="0A7B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13167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30552" y="1965960"/>
            <a:ext cx="1207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0299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ObjectDetectionAgent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(on-device CV)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83864" y="1869948"/>
            <a:ext cx="201168" cy="54864"/>
          </a:xfrm>
          <a:prstGeom prst="rect">
            <a:avLst/>
          </a:prstGeom>
          <a:solidFill>
            <a:srgbClr val="A0B4C8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1188720"/>
            <a:ext cx="1481328" cy="1417320"/>
          </a:xfrm>
          <a:prstGeom prst="rect">
            <a:avLst/>
          </a:prstGeom>
          <a:solidFill>
            <a:srgbClr val="1E60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13167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76472" y="1965960"/>
            <a:ext cx="1207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20299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SAM-3D GLB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9784" y="1869948"/>
            <a:ext cx="201168" cy="54864"/>
          </a:xfrm>
          <a:prstGeom prst="rect">
            <a:avLst/>
          </a:prstGeom>
          <a:solidFill>
            <a:srgbClr val="A0B4C8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85232" y="1188720"/>
            <a:ext cx="1481328" cy="1417320"/>
          </a:xfrm>
          <a:prstGeom prst="rect">
            <a:avLst/>
          </a:prstGeom>
          <a:solidFill>
            <a:srgbClr val="0A7B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0096" y="13167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22392" y="1965960"/>
            <a:ext cx="1207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0096" y="20299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GLTFast + URP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fix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75704" y="1869948"/>
            <a:ext cx="201168" cy="54864"/>
          </a:xfrm>
          <a:prstGeom prst="rect">
            <a:avLst/>
          </a:prstGeom>
          <a:solidFill>
            <a:srgbClr val="A0B4C8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1188720"/>
            <a:ext cx="1481328" cy="1417320"/>
          </a:xfrm>
          <a:prstGeom prst="rect">
            <a:avLst/>
          </a:prstGeom>
          <a:solidFill>
            <a:srgbClr val="00C9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13167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68312" y="1965960"/>
            <a:ext cx="1207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6016" y="20299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HandGrabInteractable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Physics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880360"/>
            <a:ext cx="841248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9864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SAM3DCaptureManager.cs orchestrates all 5 stages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977640" cy="9875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 6000.3.8f1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1499616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URP + IL2CPP + Android ARM64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57984"/>
            <a:ext cx="3977640" cy="9875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57984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249424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XR SDK 85.0.0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" y="2651760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OpenXR · OVRManager · Building Blocks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3977640" cy="9875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310128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401568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GLTFast 6.10.1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" y="3803904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GLB parsing &amp; instantiation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77640" cy="9875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005840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097280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 AI SAM-3D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28032" y="1499616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fal-ai/sam-3/3d-objects · Textured GLB output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57984"/>
            <a:ext cx="3977640" cy="9875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157984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249424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Interaction SDK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28032" y="2651760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HandGrabInteractable · GrabInteractable · Grabbable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310128"/>
            <a:ext cx="3977640" cy="9875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310128"/>
            <a:ext cx="3977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401568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MRUK + EffectMesh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28032" y="3803904"/>
            <a:ext cx="38313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scanning · Surface colliders · Physics placement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749040" cy="658368"/>
          </a:xfrm>
          <a:prstGeom prst="rect">
            <a:avLst/>
          </a:prstGeom>
          <a:solidFill>
            <a:srgbClr val="1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stripping on Android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60520" y="1307592"/>
            <a:ext cx="41148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1005840"/>
            <a:ext cx="3749040" cy="658368"/>
          </a:xfrm>
          <a:prstGeom prst="rect">
            <a:avLst/>
          </a:prstGeom>
          <a:solidFill>
            <a:srgbClr val="081A1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05156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GLTFast shaders with URP/Lit at runtime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3749040" cy="658368"/>
          </a:xfrm>
          <a:prstGeom prst="rect">
            <a:avLst/>
          </a:prstGeom>
          <a:solidFill>
            <a:srgbClr val="1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56232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EnvironmentDepthManager singleton crash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2112264"/>
            <a:ext cx="41148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810512"/>
            <a:ext cx="3749040" cy="658368"/>
          </a:xfrm>
          <a:prstGeom prst="rect">
            <a:avLst/>
          </a:prstGeom>
          <a:solidFill>
            <a:srgbClr val="081A1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856232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component added by MRUK installation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3749040" cy="658368"/>
          </a:xfrm>
          <a:prstGeom prst="rect">
            <a:avLst/>
          </a:prstGeom>
          <a:solidFill>
            <a:srgbClr val="1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660904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spawning through floor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60520" y="2916936"/>
            <a:ext cx="41148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615184"/>
            <a:ext cx="3749040" cy="658368"/>
          </a:xfrm>
          <a:prstGeom prst="rect">
            <a:avLst/>
          </a:prstGeom>
          <a:solidFill>
            <a:srgbClr val="081A1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660904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raycast surface-snapping + ContinuousDynamic collision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3749040" cy="658368"/>
          </a:xfrm>
          <a:prstGeom prst="rect">
            <a:avLst/>
          </a:prstGeom>
          <a:solidFill>
            <a:srgbClr val="1A0A0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465576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not visible in Inspector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60520" y="3721608"/>
            <a:ext cx="41148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3419856"/>
            <a:ext cx="3749040" cy="658368"/>
          </a:xfrm>
          <a:prstGeom prst="rect">
            <a:avLst/>
          </a:prstGeom>
          <a:solidFill>
            <a:srgbClr val="081A1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3465576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#if MRUK_INSTALLED guards — used UnityEvent listener instead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Cross Reality Matters Here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2651760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physical world is the most natural input device ever made.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4023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 MR = zero learning curve for capture — point at what you want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room geometry = virtual objects obey real physics via MRUK scanning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exists in the same space as its physical counterpart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bridges the semantic gap — object name → 3D model without manual work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solidFill>
            <a:srgbClr val="1E609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1304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not AR overlaid on reality. This is reality feeding VR.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12344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60604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30s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object to grabbable 3D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1005840"/>
            <a:ext cx="2606040" cy="12344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1005840"/>
            <a:ext cx="260604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972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19272" y="175564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3D modelling steps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1005840"/>
            <a:ext cx="2606040" cy="12344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1005840"/>
            <a:ext cx="260604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0972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81344" y="175564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detection — no cloud CV needed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working on Meta Quest 3 hardware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 + controller grabbing both functional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spawn on real room surfaces via physics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Textured GLB models from FAL AI SAM-3D (~10MB)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 Term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texture extraction from embedded GLB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object scaling gestures (pinch to resize)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simultaneous objects in scene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with cached models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36576" cy="393192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Term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1389888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3D generation for specific object categories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anchors — objects stay placed between sessions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XR — share placed objects with other users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digitized objects to standard 3D workflows (Blender, CAD)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1828800" y="2468880"/>
            <a:ext cx="54864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Reality Object Digitization — BTP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268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Meta Quest 3  ·  Unity 6  ·  FAL AI SAM-3D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 Reality Object Digitization</dc:title>
  <dc:subject>PptxGenJS Presentation</dc:subject>
  <dc:creator>BTP Project</dc:creator>
  <cp:lastModifiedBy>BTP Project</cp:lastModifiedBy>
  <cp:revision>1</cp:revision>
  <dcterms:created xsi:type="dcterms:W3CDTF">2026-04-17T04:19:00Z</dcterms:created>
  <dcterms:modified xsi:type="dcterms:W3CDTF">2026-04-17T04:19:00Z</dcterms:modified>
</cp:coreProperties>
</file>